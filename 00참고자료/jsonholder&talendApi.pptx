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12872-1BE2-4F83-890E-6C8D887E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6FBD67-C718-4B87-AC38-2F26D6A07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BD884-F3CD-4017-A0FD-E9F6C2F1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362F31-0135-4A17-83AD-2881C3A2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4F0A7-38B6-41C7-ABBC-A0B54144B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5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A3DB2-17C8-4B47-8AB4-E020424F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3C64B-63AC-4790-A3B9-3B25C15D2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29D41-AF67-4C03-9A56-FA346698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D62BC-E80A-47DA-93C8-41A232CC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23D43-E890-461C-8E17-42E68AA1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92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11105-AF1E-4E94-9A5A-DFCA056D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C79345-D817-4E0B-920B-D75882FB6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F61A7-7527-430F-9459-85585ED8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A5598-4F0F-4D85-B4DC-4EC24E3D9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FFF597-11A9-4DDA-AAE6-84388D47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83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737B4-5603-4157-AA97-C36A3ACD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9001C-D851-4D2B-9F97-547D9D71F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D332BC-9D58-4E88-8443-8AF357241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2A9E4-A628-42F6-8964-7B22A34E6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DA358D-8583-46B2-A5DF-71FD4837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50EAD-8864-4970-89DA-F13C3E97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15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7BC9A-E007-4B92-882E-58DD9E0F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079123-9605-4033-9A6B-2E255ABF4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08A3B6-9E34-4211-9780-2D0535789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76F63D-D62B-45F8-A23E-CA4920D89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0950A4-E36E-4BCE-AFF9-6094304BE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C3B690-1468-418C-AA39-EE8319F0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AEC30E-A332-48FD-BE05-1A003B90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E0A39C-3B1C-44D8-85E4-88639A78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31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53E68-8401-48A4-9714-8963DDE7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F76770-C594-42C5-9028-2DAF971B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F00AF7-5673-43E2-9F6A-DAD5F135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55E076-E7EA-4DA5-B50B-B8337A3F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55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940B03C-B9E7-41D5-8BF3-F6F5BA18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86E039-1551-4C2F-ACAB-6E2D52E8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EA4C2B-0D5C-4BB1-BC3A-8ED289AA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88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3C1FC-493A-4479-8495-CCAADFD0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180FF-8958-407C-BDF4-67A77F858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F812AB-0B1F-4D9B-ABF0-7EA0E1FD9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1FC67B-E0F5-466E-942C-5F6991FF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8ECCF2-D3D7-4A50-BD6E-FA57A28F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30A114-FF46-4715-AF04-DFB514C0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55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7AB2A-EE28-4873-89F0-50AB3B17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BBDCE9-661D-406C-8413-081F1CBEA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D7AF4B-B6B7-4F49-973C-CAAA1E474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6B3CD5-1DA0-41AC-AB73-AE28AEA8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563FBB-BB0E-4347-BAE5-B6A817A6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5046C8-CB78-48DF-925C-74B9468A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8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D1507-4C88-4CC6-9A19-55FB9C25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AADCC9-2354-4D8A-AB13-03DEC35FE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05507-F08D-4B67-A5D0-E508DF0A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94155-81D2-44FD-BCE2-9AD134FE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DF5E05-70D1-4360-B427-A02EF135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48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64B0A4-76E2-47AA-9A1D-B535C659A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5A1E00-2115-444B-89F2-4E7DA85A1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DC123-B3A6-4E7B-B391-326D282F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3A3AF-CDA6-4320-9908-DE5C1581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D356A-4651-481E-A2FB-3C973509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38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D65E5B-E496-4680-AF44-EE5E9C1F6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2A668-2DCA-4471-8410-3637085BB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0454EF-89A9-44CB-84A6-D81F81A23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1A95-E1FD-4E3D-90AB-8F1A440F705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A1A560-55D0-43A6-82C3-54ADC88F9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5F00E1-C30C-4EF4-AD4E-0DF4D4806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63EFA-A1CE-4122-BA06-7924712908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42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C406534-0062-4127-9432-CCEFD9D49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2" y="181949"/>
            <a:ext cx="4974669" cy="32844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292DB8-44F8-408E-99A3-6E8646DD7EA6}"/>
              </a:ext>
            </a:extLst>
          </p:cNvPr>
          <p:cNvSpPr txBox="1"/>
          <p:nvPr/>
        </p:nvSpPr>
        <p:spPr>
          <a:xfrm>
            <a:off x="6904139" y="1685695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Json</a:t>
            </a:r>
            <a:r>
              <a:rPr lang="ko-KR" altLang="en-US" sz="1200" dirty="0"/>
              <a:t> </a:t>
            </a:r>
            <a:r>
              <a:rPr lang="en-US" altLang="ko-KR" sz="1200" dirty="0"/>
              <a:t>placeholder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E8AA4A-574F-4CE5-B9CC-BD91397FE5CA}"/>
              </a:ext>
            </a:extLst>
          </p:cNvPr>
          <p:cNvSpPr/>
          <p:nvPr/>
        </p:nvSpPr>
        <p:spPr>
          <a:xfrm>
            <a:off x="2290195" y="1807417"/>
            <a:ext cx="989900" cy="2394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7C0EDB-E8B2-473A-9243-6C364159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03" y="3631962"/>
            <a:ext cx="4974670" cy="246815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0C806-FCBD-4FAD-BE5F-A034B1D07C67}"/>
              </a:ext>
            </a:extLst>
          </p:cNvPr>
          <p:cNvSpPr txBox="1"/>
          <p:nvPr/>
        </p:nvSpPr>
        <p:spPr>
          <a:xfrm>
            <a:off x="6677636" y="4727538"/>
            <a:ext cx="2292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Talend </a:t>
            </a:r>
            <a:r>
              <a:rPr lang="en-US" altLang="ko-KR" sz="1200" dirty="0" err="1"/>
              <a:t>api</a:t>
            </a:r>
            <a:r>
              <a:rPr lang="en-US" altLang="ko-KR" sz="1200" dirty="0"/>
              <a:t> </a:t>
            </a:r>
            <a:r>
              <a:rPr lang="ko-KR" altLang="en-US" sz="1200" dirty="0"/>
              <a:t>크롬 웹스토어 추가</a:t>
            </a:r>
          </a:p>
        </p:txBody>
      </p:sp>
    </p:spTree>
    <p:extLst>
      <p:ext uri="{BB962C8B-B14F-4D97-AF65-F5344CB8AC3E}">
        <p14:creationId xmlns:p14="http://schemas.microsoft.com/office/powerpoint/2010/main" val="370736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639C37-1095-45C4-A142-59219DD3D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3" y="2405443"/>
            <a:ext cx="7788711" cy="43811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428B9A6-7DDF-4717-93D7-A2177F0C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62" y="41945"/>
            <a:ext cx="3514987" cy="23207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630792-030E-414F-B11A-211ED9B89FE2}"/>
              </a:ext>
            </a:extLst>
          </p:cNvPr>
          <p:cNvSpPr/>
          <p:nvPr/>
        </p:nvSpPr>
        <p:spPr>
          <a:xfrm>
            <a:off x="1591604" y="1166070"/>
            <a:ext cx="950260" cy="21811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F77EDA-7A3E-4EB4-9488-1440559B3C46}"/>
              </a:ext>
            </a:extLst>
          </p:cNvPr>
          <p:cNvSpPr/>
          <p:nvPr/>
        </p:nvSpPr>
        <p:spPr>
          <a:xfrm>
            <a:off x="2352678" y="3364856"/>
            <a:ext cx="2290194" cy="325686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3C7E1-1C7E-4149-AB81-0143E694CE43}"/>
              </a:ext>
            </a:extLst>
          </p:cNvPr>
          <p:cNvSpPr txBox="1"/>
          <p:nvPr/>
        </p:nvSpPr>
        <p:spPr>
          <a:xfrm>
            <a:off x="8427348" y="3389199"/>
            <a:ext cx="1548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링크 </a:t>
            </a:r>
            <a:r>
              <a:rPr lang="ko-KR" altLang="en-US" sz="1200" dirty="0" err="1"/>
              <a:t>복붙해서</a:t>
            </a:r>
            <a:r>
              <a:rPr lang="ko-KR" altLang="en-US" sz="1200" dirty="0"/>
              <a:t> </a:t>
            </a:r>
            <a:r>
              <a:rPr lang="en-US" altLang="ko-KR" sz="1200" dirty="0"/>
              <a:t>send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1F9A5-5166-4311-B1F4-A32F5BDE408D}"/>
              </a:ext>
            </a:extLst>
          </p:cNvPr>
          <p:cNvSpPr txBox="1"/>
          <p:nvPr/>
        </p:nvSpPr>
        <p:spPr>
          <a:xfrm>
            <a:off x="8427348" y="5251290"/>
            <a:ext cx="36711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#### ✨ </a:t>
            </a:r>
            <a:r>
              <a:rPr lang="ko-KR" altLang="en-US" sz="1200" dirty="0"/>
              <a:t>주요 기능</a:t>
            </a:r>
          </a:p>
          <a:p>
            <a:r>
              <a:rPr lang="en-US" altLang="ko-KR" sz="1200" dirty="0"/>
              <a:t>- ✅ </a:t>
            </a:r>
            <a:r>
              <a:rPr lang="en-US" altLang="ko-KR" sz="1200" dirty="0" err="1"/>
              <a:t>JSONPlaceholder</a:t>
            </a:r>
            <a:r>
              <a:rPr lang="en-US" altLang="ko-KR" sz="1200" dirty="0"/>
              <a:t> API</a:t>
            </a:r>
            <a:r>
              <a:rPr lang="ko-KR" altLang="en-US" sz="1200" dirty="0"/>
              <a:t>에서 데이터 가져오기</a:t>
            </a:r>
          </a:p>
          <a:p>
            <a:r>
              <a:rPr lang="en-US" altLang="ko-KR" sz="1200" dirty="0"/>
              <a:t>- ✅ </a:t>
            </a:r>
            <a:r>
              <a:rPr lang="ko-KR" altLang="en-US" sz="1200" dirty="0"/>
              <a:t>로딩 중 </a:t>
            </a:r>
            <a:r>
              <a:rPr lang="ko-KR" altLang="en-US" sz="1200" dirty="0" err="1"/>
              <a:t>스피너</a:t>
            </a:r>
            <a:r>
              <a:rPr lang="ko-KR" altLang="en-US" sz="1200" dirty="0"/>
              <a:t> 표시</a:t>
            </a:r>
          </a:p>
          <a:p>
            <a:r>
              <a:rPr lang="en-US" altLang="ko-KR" sz="1200" dirty="0"/>
              <a:t>- ✅ </a:t>
            </a:r>
            <a:r>
              <a:rPr lang="ko-KR" altLang="en-US" sz="1200" dirty="0"/>
              <a:t>에러 발생 시 에러 메시지</a:t>
            </a:r>
          </a:p>
          <a:p>
            <a:r>
              <a:rPr lang="en-US" altLang="ko-KR" sz="1200" dirty="0"/>
              <a:t>- ✅ </a:t>
            </a:r>
            <a:r>
              <a:rPr lang="ko-KR" altLang="en-US" sz="1200" dirty="0"/>
              <a:t>사용자 카드 형태로 표시 </a:t>
            </a:r>
            <a:r>
              <a:rPr lang="en-US" altLang="ko-KR" sz="1200" dirty="0"/>
              <a:t>(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이메일</a:t>
            </a:r>
            <a:r>
              <a:rPr lang="en-US" altLang="ko-KR" sz="1200" dirty="0"/>
              <a:t>, </a:t>
            </a:r>
            <a:r>
              <a:rPr lang="ko-KR" altLang="en-US" sz="1200" dirty="0"/>
              <a:t>회사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- ✅ </a:t>
            </a:r>
            <a:r>
              <a:rPr lang="ko-KR" altLang="en-US" sz="1200" dirty="0" err="1"/>
              <a:t>새로고침</a:t>
            </a:r>
            <a:r>
              <a:rPr lang="ko-KR" altLang="en-US" sz="1200" dirty="0"/>
              <a:t> 버튼</a:t>
            </a:r>
          </a:p>
        </p:txBody>
      </p:sp>
    </p:spTree>
    <p:extLst>
      <p:ext uri="{BB962C8B-B14F-4D97-AF65-F5344CB8AC3E}">
        <p14:creationId xmlns:p14="http://schemas.microsoft.com/office/powerpoint/2010/main" val="372302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51</Words>
  <Application>Microsoft Office PowerPoint</Application>
  <PresentationFormat>와이드스크린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eddie</dc:creator>
  <cp:lastModifiedBy>eddie</cp:lastModifiedBy>
  <cp:revision>5</cp:revision>
  <dcterms:created xsi:type="dcterms:W3CDTF">2025-11-05T01:07:40Z</dcterms:created>
  <dcterms:modified xsi:type="dcterms:W3CDTF">2025-11-05T06:52:56Z</dcterms:modified>
</cp:coreProperties>
</file>