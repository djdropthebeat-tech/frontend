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9" r:id="rId4"/>
    <p:sldId id="258" r:id="rId5"/>
    <p:sldId id="260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8181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22" autoAdjust="0"/>
    <p:restoredTop sz="94660"/>
  </p:normalViewPr>
  <p:slideViewPr>
    <p:cSldViewPr snapToGrid="0">
      <p:cViewPr varScale="1">
        <p:scale>
          <a:sx n="55" d="100"/>
          <a:sy n="55" d="100"/>
        </p:scale>
        <p:origin x="78" y="9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D6051C8-E6A1-4505-99DE-18CE25D3F2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9F09E08D-DD55-421F-BAF5-30B7EE9ED9A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DBBEF0-AABA-47E2-B227-B1ABBCD1C3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F238D-60A6-4E61-AD82-E3959AC792E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EE8D90F-64AD-442A-8215-EF5D4E3E52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C436873-AB25-442A-AA19-D3246CDD5F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E0C4D-B451-470D-B2F8-43A82C53C7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0587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FA1C6C0-7548-414C-BB08-B1D139D04D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3643260-84A7-404C-94C0-D325F09DEF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4EB1A29-9F99-4C76-B946-CD46AA0790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F238D-60A6-4E61-AD82-E3959AC792E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2279EB2-38D2-4808-A33A-BCDA270CC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44D5DFF-4DDE-4E03-96E1-2D80A3531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E0C4D-B451-470D-B2F8-43A82C53C7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6921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DAB1DF4-A1FE-4E74-92E8-B8E7B6B2EB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AEA7F900-7745-4431-B338-092DD4882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57B058D-E398-4A99-A24E-D935BD5A4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F238D-60A6-4E61-AD82-E3959AC792E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432663C-1A39-46D4-957D-C64F9CFD7C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F4EC7B1-DBFA-42E4-9C56-3E5251564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E0C4D-B451-470D-B2F8-43A82C53C7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25248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D62797B-FDED-418D-9661-DF333667A9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3170DEF-27C1-40DD-8F0C-ED58423454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BB286B8-D68D-4A9D-95F6-B4767BC14F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8FE643-4C69-4D24-BB46-0C464C39D6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F238D-60A6-4E61-AD82-E3959AC792E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D2F0602-F3E0-474A-919C-144220110E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8E91BB4-B53F-48DB-ADA4-A4F5F7D780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E0C4D-B451-470D-B2F8-43A82C53C7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34992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B42CC0-CC08-4AC2-A5E7-5763E6F234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12410A9-1038-4614-A0B6-F48DB6D384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D4839DF-AB73-45B9-87FF-613B8A63AE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3058B1B-D995-4556-9891-59497D05E9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C9392DC-9FF0-40CB-A8E4-54218673E64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F0E68148-5403-4860-9B60-812E54DE52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F238D-60A6-4E61-AD82-E3959AC792E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85AD33DE-1D91-48B5-A66A-4B5718A3CE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70D0ADD4-5C0C-4E50-BAD4-4624C73B2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E0C4D-B451-470D-B2F8-43A82C53C7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64927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8529AB-B5FA-499C-B573-31A1FAB3A6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10A66B30-4923-4A9C-BD5C-E55B4F9CB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F238D-60A6-4E61-AD82-E3959AC792E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422294C-F82C-492C-8621-FF050540C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E72A897-32AB-4FE3-9193-8908BBEE64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E0C4D-B451-470D-B2F8-43A82C53C7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61436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DD4A491B-46EC-4401-8AD5-AD39C54099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F238D-60A6-4E61-AD82-E3959AC792E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1E46AA08-10BD-46CC-910E-731F66630A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4BEC8C-96D9-45A7-8744-F20A20ABF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E0C4D-B451-470D-B2F8-43A82C53C7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2834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D55A5C8-181F-43E3-A031-18457F3317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F49F2EA-704F-4C90-838A-39DEC7E6D4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961108A-C0CE-41EA-9529-948A075A818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191434B-113D-47AE-A756-DAC8E975E3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F238D-60A6-4E61-AD82-E3959AC792E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EE4E8F6-CB32-4E8D-8D16-68353B5F1D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BA803090-4266-41CC-8B5D-846230DEF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E0C4D-B451-470D-B2F8-43A82C53C7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909902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88378E-2BC8-45F3-AFDE-4D43FACD9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C565ED87-A507-4263-AB16-61BD34F980C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2154131-8BDA-454A-812E-91ACABE1FB1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B984DDF-ED25-463B-AE75-D0DA7EFAA7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F238D-60A6-4E61-AD82-E3959AC792E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2F50D4F3-1EAB-45B2-8C5C-3B9A451587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50FBF270-BA6B-41A7-87EF-6C1852202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E0C4D-B451-470D-B2F8-43A82C53C7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6302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9021028-4CEC-4AC0-B24C-4FF5377DF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5FE965B-FEE9-4370-B4C8-8976923C88F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D3768C5-31FA-41B8-861B-2BFF1542D9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F238D-60A6-4E61-AD82-E3959AC792E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FC2E270-768B-47E9-B81B-84D2F48496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D79223E-7BC8-4700-B2B2-10F5DE412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E0C4D-B451-470D-B2F8-43A82C53C7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655334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CB2A2319-5DBE-460C-BD00-DD89DCAA40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7669F5C-E120-4620-B8BD-F742EF16F3F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4BC9C24-8DE3-4C2B-85EB-8D3137A0D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F238D-60A6-4E61-AD82-E3959AC792E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C015581-8AF3-41DE-8747-203FAB136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EEBE581-21AA-4D5F-82F3-CE30C9E602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0E0C4D-B451-470D-B2F8-43A82C53C7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5092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6BA86E8-A3A3-4376-B1CB-3217855F72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5A75235-4CD0-46FB-ABE7-7E9A59E91C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F0D7A89-DB3A-4890-A0A8-1EE1C50E5C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2F238D-60A6-4E61-AD82-E3959AC792EB}" type="datetimeFigureOut">
              <a:rPr lang="ko-KR" altLang="en-US" smtClean="0"/>
              <a:t>2025-12-01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4046D40D-881B-4BBC-BF44-85F5E705A6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6A36F32-EB11-4DFA-9F39-5610A3DA5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E0C4D-B451-470D-B2F8-43A82C53C74E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29951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78513C4-90DC-4C9A-B6A1-81A8F8206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443" y="220287"/>
            <a:ext cx="7634438" cy="4199874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1BDCA3F3-F067-4EED-AD54-035CD6AB8594}"/>
              </a:ext>
            </a:extLst>
          </p:cNvPr>
          <p:cNvSpPr txBox="1"/>
          <p:nvPr/>
        </p:nvSpPr>
        <p:spPr>
          <a:xfrm>
            <a:off x="567104" y="4420161"/>
            <a:ext cx="609306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 err="1"/>
              <a:t>echo</a:t>
            </a:r>
            <a:r>
              <a:rPr lang="ko-KR" altLang="en-US" dirty="0"/>
              <a:t> "# test1" &gt;&gt; README.md</a:t>
            </a:r>
          </a:p>
          <a:p>
            <a:r>
              <a:rPr lang="ko-KR" altLang="en-US" dirty="0" err="1"/>
              <a:t>git</a:t>
            </a:r>
            <a:r>
              <a:rPr lang="ko-KR" altLang="en-US" dirty="0"/>
              <a:t> </a:t>
            </a:r>
            <a:r>
              <a:rPr lang="ko-KR" altLang="en-US" dirty="0" err="1"/>
              <a:t>init</a:t>
            </a:r>
            <a:endParaRPr lang="ko-KR" altLang="en-US" dirty="0"/>
          </a:p>
          <a:p>
            <a:r>
              <a:rPr lang="ko-KR" altLang="en-US" dirty="0" err="1"/>
              <a:t>git</a:t>
            </a:r>
            <a:r>
              <a:rPr lang="ko-KR" altLang="en-US" dirty="0"/>
              <a:t> </a:t>
            </a:r>
            <a:r>
              <a:rPr lang="ko-KR" altLang="en-US" dirty="0" err="1"/>
              <a:t>add</a:t>
            </a:r>
            <a:r>
              <a:rPr lang="ko-KR" altLang="en-US" dirty="0"/>
              <a:t> README.md</a:t>
            </a:r>
          </a:p>
          <a:p>
            <a:r>
              <a:rPr lang="ko-KR" altLang="en-US" dirty="0" err="1"/>
              <a:t>git</a:t>
            </a:r>
            <a:r>
              <a:rPr lang="ko-KR" altLang="en-US" dirty="0"/>
              <a:t> </a:t>
            </a:r>
            <a:r>
              <a:rPr lang="ko-KR" altLang="en-US" dirty="0" err="1"/>
              <a:t>commit</a:t>
            </a:r>
            <a:r>
              <a:rPr lang="ko-KR" altLang="en-US" dirty="0"/>
              <a:t> -</a:t>
            </a:r>
            <a:r>
              <a:rPr lang="ko-KR" altLang="en-US" dirty="0" err="1"/>
              <a:t>m</a:t>
            </a:r>
            <a:r>
              <a:rPr lang="ko-KR" altLang="en-US" dirty="0"/>
              <a:t> "</a:t>
            </a:r>
            <a:r>
              <a:rPr lang="ko-KR" altLang="en-US" dirty="0" err="1"/>
              <a:t>first</a:t>
            </a:r>
            <a:r>
              <a:rPr lang="ko-KR" altLang="en-US" dirty="0"/>
              <a:t> </a:t>
            </a:r>
            <a:r>
              <a:rPr lang="ko-KR" altLang="en-US" dirty="0" err="1"/>
              <a:t>commit</a:t>
            </a:r>
            <a:r>
              <a:rPr lang="ko-KR" altLang="en-US" dirty="0"/>
              <a:t>"</a:t>
            </a:r>
          </a:p>
          <a:p>
            <a:r>
              <a:rPr lang="ko-KR" altLang="en-US" dirty="0" err="1"/>
              <a:t>git</a:t>
            </a:r>
            <a:r>
              <a:rPr lang="ko-KR" altLang="en-US" dirty="0"/>
              <a:t> </a:t>
            </a:r>
            <a:r>
              <a:rPr lang="ko-KR" altLang="en-US" dirty="0" err="1"/>
              <a:t>branch</a:t>
            </a:r>
            <a:r>
              <a:rPr lang="ko-KR" altLang="en-US" dirty="0"/>
              <a:t> -</a:t>
            </a:r>
            <a:r>
              <a:rPr lang="ko-KR" altLang="en-US" dirty="0" err="1"/>
              <a:t>M</a:t>
            </a:r>
            <a:r>
              <a:rPr lang="ko-KR" altLang="en-US" dirty="0"/>
              <a:t> </a:t>
            </a:r>
            <a:r>
              <a:rPr lang="ko-KR" altLang="en-US" dirty="0" err="1"/>
              <a:t>main</a:t>
            </a:r>
            <a:endParaRPr lang="ko-KR" altLang="en-US" dirty="0"/>
          </a:p>
          <a:p>
            <a:r>
              <a:rPr lang="ko-KR" altLang="en-US" dirty="0" err="1"/>
              <a:t>git</a:t>
            </a:r>
            <a:r>
              <a:rPr lang="ko-KR" altLang="en-US" dirty="0"/>
              <a:t> </a:t>
            </a:r>
            <a:r>
              <a:rPr lang="ko-KR" altLang="en-US" dirty="0" err="1"/>
              <a:t>remote</a:t>
            </a:r>
            <a:r>
              <a:rPr lang="ko-KR" altLang="en-US" dirty="0"/>
              <a:t> </a:t>
            </a:r>
            <a:r>
              <a:rPr lang="ko-KR" altLang="en-US" dirty="0" err="1"/>
              <a:t>add</a:t>
            </a:r>
            <a:r>
              <a:rPr lang="ko-KR" altLang="en-US" dirty="0"/>
              <a:t> </a:t>
            </a:r>
            <a:r>
              <a:rPr lang="ko-KR" altLang="en-US" dirty="0" err="1"/>
              <a:t>origin</a:t>
            </a:r>
            <a:r>
              <a:rPr lang="ko-KR" altLang="en-US" dirty="0"/>
              <a:t> https://github.com/djdropthebeat-tech/test1.git</a:t>
            </a:r>
          </a:p>
          <a:p>
            <a:r>
              <a:rPr lang="ko-KR" altLang="en-US" dirty="0" err="1"/>
              <a:t>git</a:t>
            </a:r>
            <a:r>
              <a:rPr lang="ko-KR" altLang="en-US" dirty="0"/>
              <a:t> </a:t>
            </a:r>
            <a:r>
              <a:rPr lang="ko-KR" altLang="en-US" dirty="0" err="1"/>
              <a:t>push</a:t>
            </a:r>
            <a:r>
              <a:rPr lang="ko-KR" altLang="en-US" dirty="0"/>
              <a:t> -</a:t>
            </a:r>
            <a:r>
              <a:rPr lang="ko-KR" altLang="en-US" dirty="0" err="1"/>
              <a:t>u</a:t>
            </a:r>
            <a:r>
              <a:rPr lang="ko-KR" altLang="en-US" dirty="0"/>
              <a:t> </a:t>
            </a:r>
            <a:r>
              <a:rPr lang="ko-KR" altLang="en-US" dirty="0" err="1"/>
              <a:t>origin</a:t>
            </a:r>
            <a:r>
              <a:rPr lang="ko-KR" altLang="en-US" dirty="0"/>
              <a:t> </a:t>
            </a:r>
            <a:r>
              <a:rPr lang="ko-KR" altLang="en-US" dirty="0" err="1"/>
              <a:t>main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268261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6AA8ECB9-926A-423E-8EED-06CA177C87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814" y="1170702"/>
            <a:ext cx="5418186" cy="271549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783E5FD-73AA-4481-97AE-E16C7697EA54}"/>
              </a:ext>
            </a:extLst>
          </p:cNvPr>
          <p:cNvSpPr txBox="1"/>
          <p:nvPr/>
        </p:nvSpPr>
        <p:spPr>
          <a:xfrm>
            <a:off x="6370027" y="1641792"/>
            <a:ext cx="476103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새로운 </a:t>
            </a:r>
            <a:r>
              <a:rPr lang="ko-KR" altLang="en-US" dirty="0" err="1"/>
              <a:t>브랜치</a:t>
            </a:r>
            <a:r>
              <a:rPr lang="ko-KR" altLang="en-US" dirty="0"/>
              <a:t> 생성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 err="1"/>
              <a:t>브랜치</a:t>
            </a:r>
            <a:r>
              <a:rPr lang="ko-KR" altLang="en-US" dirty="0"/>
              <a:t> 목록 확인</a:t>
            </a:r>
            <a:endParaRPr lang="en-US" altLang="ko-KR" dirty="0"/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다른 </a:t>
            </a:r>
            <a:r>
              <a:rPr lang="ko-KR" altLang="en-US" dirty="0" err="1"/>
              <a:t>브랜치로</a:t>
            </a:r>
            <a:r>
              <a:rPr lang="ko-KR" altLang="en-US" dirty="0"/>
              <a:t> 이동</a:t>
            </a:r>
          </a:p>
        </p:txBody>
      </p:sp>
    </p:spTree>
    <p:extLst>
      <p:ext uri="{BB962C8B-B14F-4D97-AF65-F5344CB8AC3E}">
        <p14:creationId xmlns:p14="http://schemas.microsoft.com/office/powerpoint/2010/main" val="16212459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C4CE44C-28E5-4F8B-ADF7-8E5E8E317E4A}"/>
              </a:ext>
            </a:extLst>
          </p:cNvPr>
          <p:cNvSpPr txBox="1"/>
          <p:nvPr/>
        </p:nvSpPr>
        <p:spPr>
          <a:xfrm>
            <a:off x="6581042" y="498792"/>
            <a:ext cx="47610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git log --</a:t>
            </a:r>
            <a:r>
              <a:rPr lang="en-US" altLang="ko-KR" dirty="0" err="1"/>
              <a:t>oneline</a:t>
            </a:r>
            <a:endParaRPr lang="ko-KR" altLang="en-US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D854FC18-0C48-4A0D-86C7-6DFFA14B7D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4306" y="498792"/>
            <a:ext cx="6087325" cy="42296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2692263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직사각형 9">
            <a:extLst>
              <a:ext uri="{FF2B5EF4-FFF2-40B4-BE49-F238E27FC236}">
                <a16:creationId xmlns:a16="http://schemas.microsoft.com/office/drawing/2014/main" id="{0A1381C4-743C-4AF5-AB4C-988669FD05F9}"/>
              </a:ext>
            </a:extLst>
          </p:cNvPr>
          <p:cNvSpPr/>
          <p:nvPr/>
        </p:nvSpPr>
        <p:spPr>
          <a:xfrm>
            <a:off x="6897563" y="4145395"/>
            <a:ext cx="1015514" cy="2411294"/>
          </a:xfrm>
          <a:prstGeom prst="rect">
            <a:avLst/>
          </a:prstGeom>
          <a:solidFill>
            <a:srgbClr val="181818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A2526C9-3448-4596-AB2E-E5AE9B48ADA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28" y="4145395"/>
            <a:ext cx="6455635" cy="2411294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FBDE98-5D54-45FD-A0B5-A26D506C7BB4}"/>
              </a:ext>
            </a:extLst>
          </p:cNvPr>
          <p:cNvSpPr txBox="1"/>
          <p:nvPr/>
        </p:nvSpPr>
        <p:spPr>
          <a:xfrm>
            <a:off x="4822581" y="5257032"/>
            <a:ext cx="60930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50FA7B"/>
                </a:solidFill>
                <a:effectLst/>
                <a:latin typeface="Consolas" panose="020B0609020204030204" pitchFamily="49" charset="0"/>
              </a:rPr>
              <a:t>git push origin main</a:t>
            </a:r>
            <a:r>
              <a:rPr lang="en-US" altLang="ko-KR" b="0" i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altLang="ko-KR" b="0" i="1" dirty="0">
                <a:solidFill>
                  <a:srgbClr val="6272A4"/>
                </a:solidFill>
                <a:effectLst/>
                <a:latin typeface="Consolas" panose="020B0609020204030204" pitchFamily="49" charset="0"/>
              </a:rPr>
              <a:t># force </a:t>
            </a:r>
            <a:r>
              <a:rPr lang="ko-KR" altLang="en-US" b="0" i="1" dirty="0">
                <a:solidFill>
                  <a:srgbClr val="6272A4"/>
                </a:solidFill>
                <a:effectLst/>
                <a:latin typeface="Consolas" panose="020B0609020204030204" pitchFamily="49" charset="0"/>
              </a:rPr>
              <a:t>없이 안전하게 푸시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0FB8C5C-D947-4884-A67C-13540762263C}"/>
              </a:ext>
            </a:extLst>
          </p:cNvPr>
          <p:cNvSpPr txBox="1"/>
          <p:nvPr/>
        </p:nvSpPr>
        <p:spPr>
          <a:xfrm>
            <a:off x="4822581" y="4538602"/>
            <a:ext cx="609306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b="0" i="0" dirty="0">
                <a:solidFill>
                  <a:srgbClr val="50FA7B"/>
                </a:solidFill>
                <a:effectLst/>
                <a:latin typeface="Consolas" panose="020B0609020204030204" pitchFamily="49" charset="0"/>
              </a:rPr>
              <a:t>git reset --hard HEAD~1</a:t>
            </a:r>
            <a:r>
              <a:rPr lang="en-US" altLang="ko-KR" b="0" i="0" dirty="0">
                <a:solidFill>
                  <a:srgbClr val="F8F8F2"/>
                </a:solidFill>
                <a:effectLst/>
                <a:latin typeface="Consolas" panose="020B0609020204030204" pitchFamily="49" charset="0"/>
              </a:rPr>
              <a:t> </a:t>
            </a:r>
            <a:r>
              <a:rPr lang="en-US" altLang="ko-KR" b="0" i="1" dirty="0">
                <a:solidFill>
                  <a:srgbClr val="6272A4"/>
                </a:solidFill>
                <a:effectLst/>
                <a:latin typeface="Consolas" panose="020B0609020204030204" pitchFamily="49" charset="0"/>
              </a:rPr>
              <a:t># </a:t>
            </a:r>
            <a:r>
              <a:rPr lang="ko-KR" altLang="en-US" b="0" i="1" dirty="0">
                <a:solidFill>
                  <a:srgbClr val="6272A4"/>
                </a:solidFill>
                <a:effectLst/>
                <a:latin typeface="Consolas" panose="020B0609020204030204" pitchFamily="49" charset="0"/>
              </a:rPr>
              <a:t>마지막 </a:t>
            </a:r>
            <a:r>
              <a:rPr lang="ko-KR" altLang="en-US" b="0" i="1" dirty="0" err="1">
                <a:solidFill>
                  <a:srgbClr val="6272A4"/>
                </a:solidFill>
                <a:effectLst/>
                <a:latin typeface="Consolas" panose="020B0609020204030204" pitchFamily="49" charset="0"/>
              </a:rPr>
              <a:t>커밋</a:t>
            </a:r>
            <a:r>
              <a:rPr lang="ko-KR" altLang="en-US" b="0" i="1" dirty="0">
                <a:solidFill>
                  <a:srgbClr val="6272A4"/>
                </a:solidFill>
                <a:effectLst/>
                <a:latin typeface="Consolas" panose="020B0609020204030204" pitchFamily="49" charset="0"/>
              </a:rPr>
              <a:t> 삭제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E87528-49B6-41CA-8D58-64502C0A66CD}"/>
              </a:ext>
            </a:extLst>
          </p:cNvPr>
          <p:cNvSpPr txBox="1"/>
          <p:nvPr/>
        </p:nvSpPr>
        <p:spPr>
          <a:xfrm>
            <a:off x="441928" y="403852"/>
            <a:ext cx="987376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1️⃣ 로컬 </a:t>
            </a:r>
            <a:r>
              <a:rPr lang="ko-KR" altLang="en-US" dirty="0" err="1"/>
              <a:t>main</a:t>
            </a:r>
            <a:r>
              <a:rPr lang="ko-KR" altLang="en-US" dirty="0"/>
              <a:t> </a:t>
            </a:r>
            <a:r>
              <a:rPr lang="ko-KR" altLang="en-US" dirty="0" err="1"/>
              <a:t>브랜치</a:t>
            </a:r>
            <a:r>
              <a:rPr lang="ko-KR" altLang="en-US" dirty="0"/>
              <a:t> 이전 </a:t>
            </a:r>
            <a:r>
              <a:rPr lang="ko-KR" altLang="en-US" dirty="0" err="1"/>
              <a:t>커밋으로</a:t>
            </a:r>
            <a:r>
              <a:rPr lang="ko-KR" altLang="en-US" dirty="0"/>
              <a:t> 되돌리기</a:t>
            </a:r>
          </a:p>
          <a:p>
            <a:r>
              <a:rPr lang="ko-KR" altLang="en-US" dirty="0" err="1"/>
              <a:t>git</a:t>
            </a:r>
            <a:r>
              <a:rPr lang="ko-KR" altLang="en-US" dirty="0"/>
              <a:t> </a:t>
            </a:r>
            <a:r>
              <a:rPr lang="ko-KR" altLang="en-US" dirty="0" err="1"/>
              <a:t>checkout</a:t>
            </a:r>
            <a:r>
              <a:rPr lang="ko-KR" altLang="en-US" dirty="0"/>
              <a:t> </a:t>
            </a:r>
            <a:r>
              <a:rPr lang="ko-KR" altLang="en-US" dirty="0" err="1"/>
              <a:t>main</a:t>
            </a:r>
            <a:endParaRPr lang="ko-KR" altLang="en-US" dirty="0"/>
          </a:p>
          <a:p>
            <a:r>
              <a:rPr lang="ko-KR" altLang="en-US" dirty="0" err="1"/>
              <a:t>git</a:t>
            </a:r>
            <a:r>
              <a:rPr lang="ko-KR" altLang="en-US" dirty="0"/>
              <a:t> </a:t>
            </a:r>
            <a:r>
              <a:rPr lang="ko-KR" altLang="en-US" dirty="0" err="1"/>
              <a:t>reset</a:t>
            </a:r>
            <a:r>
              <a:rPr lang="ko-KR" altLang="en-US" dirty="0"/>
              <a:t> --</a:t>
            </a:r>
            <a:r>
              <a:rPr lang="ko-KR" altLang="en-US" dirty="0" err="1"/>
              <a:t>hard</a:t>
            </a:r>
            <a:r>
              <a:rPr lang="ko-KR" altLang="en-US" dirty="0"/>
              <a:t> HEAD~1</a:t>
            </a:r>
          </a:p>
          <a:p>
            <a:r>
              <a:rPr lang="ko-KR" altLang="en-US" dirty="0"/>
              <a:t>•   HEAD~1 → 마지막 </a:t>
            </a:r>
            <a:r>
              <a:rPr lang="ko-KR" altLang="en-US" dirty="0" err="1"/>
              <a:t>커밋</a:t>
            </a:r>
            <a:r>
              <a:rPr lang="ko-KR" altLang="en-US" dirty="0"/>
              <a:t> 하나 이전</a:t>
            </a:r>
          </a:p>
          <a:p>
            <a:r>
              <a:rPr lang="ko-KR" altLang="en-US" dirty="0"/>
              <a:t>•   --</a:t>
            </a:r>
            <a:r>
              <a:rPr lang="ko-KR" altLang="en-US" dirty="0" err="1"/>
              <a:t>hard</a:t>
            </a:r>
            <a:r>
              <a:rPr lang="ko-KR" altLang="en-US" dirty="0"/>
              <a:t> 옵션 → 워킹 디렉토리와 스테이지까지 이전 상태로 변경</a:t>
            </a:r>
          </a:p>
          <a:p>
            <a:r>
              <a:rPr lang="ko-KR" altLang="en-US" dirty="0"/>
              <a:t>•   주의: 로컬 </a:t>
            </a:r>
            <a:r>
              <a:rPr lang="ko-KR" altLang="en-US" dirty="0" err="1"/>
              <a:t>main의</a:t>
            </a:r>
            <a:r>
              <a:rPr lang="ko-KR" altLang="en-US" dirty="0"/>
              <a:t> 마지막 </a:t>
            </a:r>
            <a:r>
              <a:rPr lang="ko-KR" altLang="en-US" dirty="0" err="1"/>
              <a:t>커밋은</a:t>
            </a:r>
            <a:r>
              <a:rPr lang="ko-KR" altLang="en-US" dirty="0"/>
              <a:t> 사라짐 (하지만 백업 </a:t>
            </a:r>
            <a:r>
              <a:rPr lang="ko-KR" altLang="en-US" dirty="0" err="1"/>
              <a:t>브랜치를</a:t>
            </a:r>
            <a:r>
              <a:rPr lang="ko-KR" altLang="en-US" dirty="0"/>
              <a:t> </a:t>
            </a:r>
            <a:r>
              <a:rPr lang="ko-KR" altLang="en-US" dirty="0" err="1"/>
              <a:t>만들어두면</a:t>
            </a:r>
            <a:r>
              <a:rPr lang="ko-KR" altLang="en-US" dirty="0"/>
              <a:t> 안전)</a:t>
            </a:r>
          </a:p>
          <a:p>
            <a:r>
              <a:rPr lang="ko-KR" altLang="en-US" dirty="0"/>
              <a:t>________________________________________</a:t>
            </a:r>
          </a:p>
          <a:p>
            <a:r>
              <a:rPr lang="ko-KR" altLang="en-US" dirty="0"/>
              <a:t>2️⃣ 원격 </a:t>
            </a:r>
            <a:r>
              <a:rPr lang="ko-KR" altLang="en-US" dirty="0" err="1"/>
              <a:t>main</a:t>
            </a:r>
            <a:r>
              <a:rPr lang="ko-KR" altLang="en-US" dirty="0"/>
              <a:t> 강제 업데이트</a:t>
            </a:r>
          </a:p>
          <a:p>
            <a:r>
              <a:rPr lang="ko-KR" altLang="en-US" dirty="0" err="1"/>
              <a:t>git</a:t>
            </a:r>
            <a:r>
              <a:rPr lang="ko-KR" altLang="en-US" dirty="0"/>
              <a:t> </a:t>
            </a:r>
            <a:r>
              <a:rPr lang="ko-KR" altLang="en-US" dirty="0" err="1"/>
              <a:t>push</a:t>
            </a:r>
            <a:r>
              <a:rPr lang="ko-KR" altLang="en-US" dirty="0"/>
              <a:t> </a:t>
            </a:r>
            <a:r>
              <a:rPr lang="ko-KR" altLang="en-US" dirty="0" err="1"/>
              <a:t>origin</a:t>
            </a:r>
            <a:r>
              <a:rPr lang="ko-KR" altLang="en-US" dirty="0"/>
              <a:t> </a:t>
            </a:r>
            <a:r>
              <a:rPr lang="ko-KR" altLang="en-US" dirty="0" err="1"/>
              <a:t>main</a:t>
            </a:r>
            <a:r>
              <a:rPr lang="ko-KR" altLang="en-US" dirty="0"/>
              <a:t> --</a:t>
            </a:r>
            <a:r>
              <a:rPr lang="ko-KR" altLang="en-US" dirty="0" err="1"/>
              <a:t>force</a:t>
            </a:r>
            <a:endParaRPr lang="ko-KR" altLang="en-US" dirty="0"/>
          </a:p>
          <a:p>
            <a:r>
              <a:rPr lang="ko-KR" altLang="en-US" dirty="0"/>
              <a:t>•   로컬 </a:t>
            </a:r>
            <a:r>
              <a:rPr lang="ko-KR" altLang="en-US" dirty="0" err="1"/>
              <a:t>main</a:t>
            </a:r>
            <a:r>
              <a:rPr lang="ko-KR" altLang="en-US" dirty="0"/>
              <a:t> 상태를 그대로 원격 </a:t>
            </a:r>
            <a:r>
              <a:rPr lang="ko-KR" altLang="en-US" dirty="0" err="1"/>
              <a:t>main에</a:t>
            </a:r>
            <a:r>
              <a:rPr lang="ko-KR" altLang="en-US" dirty="0"/>
              <a:t> 덮어씀</a:t>
            </a:r>
          </a:p>
          <a:p>
            <a:r>
              <a:rPr lang="ko-KR" altLang="en-US" dirty="0"/>
              <a:t>•   원격 </a:t>
            </a:r>
            <a:r>
              <a:rPr lang="ko-KR" altLang="en-US" dirty="0" err="1"/>
              <a:t>main의</a:t>
            </a:r>
            <a:r>
              <a:rPr lang="ko-KR" altLang="en-US" dirty="0"/>
              <a:t> 마지막 </a:t>
            </a:r>
            <a:r>
              <a:rPr lang="ko-KR" altLang="en-US" dirty="0" err="1"/>
              <a:t>커밋도</a:t>
            </a:r>
            <a:r>
              <a:rPr lang="ko-KR" altLang="en-US" dirty="0"/>
              <a:t> 하나 이전 상태로 </a:t>
            </a:r>
            <a:r>
              <a:rPr lang="ko-KR" altLang="en-US" dirty="0" err="1"/>
              <a:t>돌아감</a:t>
            </a:r>
            <a:endParaRPr lang="ko-KR" altLang="en-US" dirty="0"/>
          </a:p>
          <a:p>
            <a:r>
              <a:rPr lang="ko-KR" altLang="en-US" dirty="0"/>
              <a:t>•   주의: 다른 사람이 이미 </a:t>
            </a:r>
            <a:r>
              <a:rPr lang="ko-KR" altLang="en-US" dirty="0" err="1"/>
              <a:t>pull</a:t>
            </a:r>
            <a:r>
              <a:rPr lang="ko-KR" altLang="en-US" dirty="0"/>
              <a:t> 받은 </a:t>
            </a:r>
            <a:r>
              <a:rPr lang="ko-KR" altLang="en-US" dirty="0" err="1"/>
              <a:t>커밋이</a:t>
            </a:r>
            <a:r>
              <a:rPr lang="ko-KR" altLang="en-US" dirty="0"/>
              <a:t> 있다면 충돌 가능</a:t>
            </a:r>
          </a:p>
        </p:txBody>
      </p:sp>
    </p:spTree>
    <p:extLst>
      <p:ext uri="{BB962C8B-B14F-4D97-AF65-F5344CB8AC3E}">
        <p14:creationId xmlns:p14="http://schemas.microsoft.com/office/powerpoint/2010/main" val="174444441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F5BA117-E84C-45E8-BB29-1636CEC5E5F8}"/>
              </a:ext>
            </a:extLst>
          </p:cNvPr>
          <p:cNvSpPr txBox="1"/>
          <p:nvPr/>
        </p:nvSpPr>
        <p:spPr>
          <a:xfrm>
            <a:off x="5940671" y="2461572"/>
            <a:ext cx="6093068" cy="3693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/>
              <a:t>S</a:t>
            </a:r>
            <a:r>
              <a:rPr lang="ko-KR" altLang="en-US"/>
              <a:t>ub </a:t>
            </a:r>
            <a:r>
              <a:rPr lang="ko-KR" altLang="en-US" dirty="0" err="1"/>
              <a:t>브랜치</a:t>
            </a:r>
            <a:r>
              <a:rPr lang="ko-KR" altLang="en-US" dirty="0"/>
              <a:t> 내용을 </a:t>
            </a:r>
            <a:r>
              <a:rPr lang="ko-KR" altLang="en-US" dirty="0" err="1"/>
              <a:t>main에</a:t>
            </a:r>
            <a:r>
              <a:rPr lang="ko-KR" altLang="en-US" dirty="0"/>
              <a:t> 병합</a:t>
            </a:r>
          </a:p>
          <a:p>
            <a:r>
              <a:rPr lang="en-US" altLang="ko-KR"/>
              <a:t>G</a:t>
            </a:r>
            <a:r>
              <a:rPr lang="ko-KR" altLang="en-US"/>
              <a:t>it </a:t>
            </a:r>
            <a:r>
              <a:rPr lang="ko-KR" altLang="en-US" dirty="0" err="1"/>
              <a:t>merge</a:t>
            </a:r>
            <a:r>
              <a:rPr lang="ko-KR" altLang="en-US" dirty="0"/>
              <a:t> </a:t>
            </a:r>
            <a:r>
              <a:rPr lang="ko-KR" altLang="en-US" dirty="0" err="1"/>
              <a:t>sub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r>
              <a:rPr lang="en-US" altLang="ko-KR"/>
              <a:t>M</a:t>
            </a:r>
            <a:r>
              <a:rPr lang="ko-KR" altLang="en-US"/>
              <a:t>ain </a:t>
            </a:r>
            <a:r>
              <a:rPr lang="ko-KR" altLang="en-US" dirty="0" err="1"/>
              <a:t>브랜치로</a:t>
            </a:r>
            <a:r>
              <a:rPr lang="ko-KR" altLang="en-US" dirty="0"/>
              <a:t> 이동한 상태에서 </a:t>
            </a:r>
            <a:r>
              <a:rPr lang="ko-KR" altLang="en-US" dirty="0" err="1"/>
              <a:t>sub</a:t>
            </a:r>
            <a:r>
              <a:rPr lang="ko-KR" altLang="en-US" dirty="0"/>
              <a:t> </a:t>
            </a:r>
            <a:r>
              <a:rPr lang="ko-KR" altLang="en-US" dirty="0" err="1"/>
              <a:t>브랜치</a:t>
            </a:r>
            <a:r>
              <a:rPr lang="ko-KR" altLang="en-US" dirty="0"/>
              <a:t> 내용을 병합</a:t>
            </a:r>
          </a:p>
          <a:p>
            <a:endParaRPr lang="ko-KR" altLang="en-US" dirty="0"/>
          </a:p>
          <a:p>
            <a:r>
              <a:rPr lang="ko-KR" altLang="en-US" dirty="0"/>
              <a:t>충돌(</a:t>
            </a:r>
            <a:r>
              <a:rPr lang="ko-KR" altLang="en-US" dirty="0" err="1"/>
              <a:t>conflict</a:t>
            </a:r>
            <a:r>
              <a:rPr lang="ko-KR" altLang="en-US" dirty="0"/>
              <a:t>) 발생 시 수동으로 해결 후 </a:t>
            </a:r>
            <a:r>
              <a:rPr lang="ko-KR" altLang="en-US" dirty="0" err="1"/>
              <a:t>커밋</a:t>
            </a:r>
            <a:endParaRPr lang="ko-KR" altLang="en-US" dirty="0"/>
          </a:p>
          <a:p>
            <a:endParaRPr lang="ko-KR" altLang="en-US" dirty="0"/>
          </a:p>
          <a:p>
            <a:r>
              <a:rPr lang="ko-KR" altLang="en-US" dirty="0"/>
              <a:t>원격 </a:t>
            </a:r>
            <a:r>
              <a:rPr lang="ko-KR" altLang="en-US" dirty="0" err="1"/>
              <a:t>main에</a:t>
            </a:r>
            <a:r>
              <a:rPr lang="ko-KR" altLang="en-US" dirty="0"/>
              <a:t> 반영</a:t>
            </a:r>
          </a:p>
          <a:p>
            <a:r>
              <a:rPr lang="ko-KR" altLang="en-US" dirty="0" err="1"/>
              <a:t>git</a:t>
            </a:r>
            <a:r>
              <a:rPr lang="ko-KR" altLang="en-US" dirty="0"/>
              <a:t> </a:t>
            </a:r>
            <a:r>
              <a:rPr lang="ko-KR" altLang="en-US" dirty="0" err="1"/>
              <a:t>push</a:t>
            </a:r>
            <a:r>
              <a:rPr lang="ko-KR" altLang="en-US" dirty="0"/>
              <a:t> </a:t>
            </a:r>
            <a:r>
              <a:rPr lang="ko-KR" altLang="en-US" dirty="0" err="1"/>
              <a:t>origin</a:t>
            </a:r>
            <a:r>
              <a:rPr lang="ko-KR" altLang="en-US" dirty="0"/>
              <a:t> </a:t>
            </a:r>
            <a:r>
              <a:rPr lang="ko-KR" altLang="en-US" dirty="0" err="1"/>
              <a:t>main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  <a:p>
            <a:r>
              <a:rPr lang="ko-KR" altLang="en-US" dirty="0"/>
              <a:t>병합 완료 후 원격 </a:t>
            </a:r>
            <a:r>
              <a:rPr lang="ko-KR" altLang="en-US" dirty="0" err="1"/>
              <a:t>main에</a:t>
            </a:r>
            <a:r>
              <a:rPr lang="ko-KR" altLang="en-US" dirty="0"/>
              <a:t> </a:t>
            </a:r>
            <a:r>
              <a:rPr lang="ko-KR" altLang="en-US" dirty="0" err="1"/>
              <a:t>push</a:t>
            </a:r>
            <a:endParaRPr lang="ko-KR" altLang="en-US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79FCD67-6F0B-4459-87D2-3FBA9FDC2D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5004" y="331667"/>
            <a:ext cx="5282123" cy="29742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6778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20</TotalTime>
  <Words>223</Words>
  <Application>Microsoft Office PowerPoint</Application>
  <PresentationFormat>와이드스크린</PresentationFormat>
  <Paragraphs>42</Paragraphs>
  <Slides>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9" baseType="lpstr">
      <vt:lpstr>맑은 고딕</vt:lpstr>
      <vt:lpstr>Arial</vt:lpstr>
      <vt:lpstr>Consolas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eddie</dc:creator>
  <cp:lastModifiedBy>eddie</cp:lastModifiedBy>
  <cp:revision>4</cp:revision>
  <dcterms:created xsi:type="dcterms:W3CDTF">2025-12-01T03:50:52Z</dcterms:created>
  <dcterms:modified xsi:type="dcterms:W3CDTF">2025-12-01T04:11:03Z</dcterms:modified>
</cp:coreProperties>
</file>